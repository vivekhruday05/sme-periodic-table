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d-block elements</a:t>
            </a:r>
          </a:p>
        </p:txBody>
      </p:sp>
      <p:sp>
        <p:nvSpPr>
          <p:cNvPr id="3" name="Subtitle 2"/>
          <p:cNvSpPr>
            <a:spLocks noGrp="1"/>
          </p:cNvSpPr>
          <p:nvPr>
            <p:ph type="subTitle" idx="1"/>
          </p:nvPr>
        </p:nvSpPr>
        <p:spPr/>
        <p:txBody>
          <a:bodyPr/>
          <a:lstStyle/>
          <a:p>
            <a:r>
              <a:t>Generated by Educational Agent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D-BLOCK ELEMENTS: d-block elements</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**Comprehensive Report on D-Block and F-Block Elements**</a:t>
            </a:r>
          </a:p>
        </p:txBody>
      </p:sp>
      <p:sp>
        <p:nvSpPr>
          <p:cNvPr id="3" name="Content Placeholder 2"/>
          <p:cNvSpPr>
            <a:spLocks noGrp="1"/>
          </p:cNvSpPr>
          <p:nvPr>
            <p:ph idx="1"/>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t>
            </a:r>
          </a:p>
        </p:txBody>
      </p:sp>
      <p:sp>
        <p:nvSpPr>
          <p:cNvPr id="3" name="Content Placeholder 2"/>
          <p:cNvSpPr>
            <a:spLocks noGrp="1"/>
          </p:cNvSpPr>
          <p:nvPr>
            <p:ph idx="1"/>
          </p:nvPr>
        </p:nvSpPr>
        <p:spPr/>
        <p:txBody>
          <a:bodyPr/>
          <a:lstStyle/>
          <a:p>
            <a:pPr>
              <a:defRPr sz="1800"/>
            </a:pPr>
            <a:r>
              <a:t>D-block and F-block elements are pivotal in the periodic table, occupying distinct regions that define their unique chemical and physical properties. D-block elements, found in Groups 3–12, are transition metals characterized by partially filled (n-1)d orbitals, while F-block elements, located in the lanthanide and actinide series, fill (n-2)f orbitals. These blocks are critical for understanding periodic trends, electronic configurations, and the diverse applications of these elements in chemistry and industry. Mastery of these concepts is essential for JEE Main, as they form the foundation for advanced topics in chemical bonding, reactivity, and periodic trends.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**Body**</a:t>
            </a:r>
          </a:p>
        </p:txBody>
      </p:sp>
      <p:sp>
        <p:nvSpPr>
          <p:cNvPr id="3" name="Content Placeholder 2"/>
          <p:cNvSpPr>
            <a:spLocks noGrp="1"/>
          </p:cNvSpPr>
          <p:nvPr>
            <p:ph idx="1"/>
          </p:nvPr>
        </p:nvSpPr>
        <p:spPr/>
        <p:txBody>
          <a:bodyPr/>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**Position and Classification** </a:t>
            </a:r>
          </a:p>
        </p:txBody>
      </p:sp>
      <p:sp>
        <p:nvSpPr>
          <p:cNvPr id="3" name="Content Placeholder 2"/>
          <p:cNvSpPr>
            <a:spLocks noGrp="1"/>
          </p:cNvSpPr>
          <p:nvPr>
            <p:ph idx="1"/>
          </p:nvPr>
        </p:nvSpPr>
        <p:spPr/>
        <p:txBody>
          <a:bodyPr/>
          <a:lstStyle/>
          <a:p>
            <a:pPr>
              <a:defRPr sz="1800"/>
            </a:pPr>
            <a:r>
              <a:t>D-block elements are situated in the central region of the periodic table, spanning Groups 3–12. They are transition metals, including elements like iron (Fe), copper (Cu), and zinc (Zn), which exhibit variable oxidation states and strong metallic properties. In contrast, F-block elements are located in the bottom rows, comprising the lanthanide (La–Lu) and actinide (Ac–Np) series. These elements fill the (n-2)f orbitals, with the lanthanide series starting at atomic number 57 (Ce) and the actinide series at 89 (Act). The lanthanide contraction, a phenomenon where the atomic and ionic radii of lanthanides decrease across the series, significantly impacts the properties of subsequent elements in the periodic table.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**Electronic Configuration and Exceptions** </a:t>
            </a:r>
          </a:p>
        </p:txBody>
      </p:sp>
      <p:sp>
        <p:nvSpPr>
          <p:cNvPr id="3" name="Content Placeholder 2"/>
          <p:cNvSpPr>
            <a:spLocks noGrp="1"/>
          </p:cNvSpPr>
          <p:nvPr>
            <p:ph idx="1"/>
          </p:nvPr>
        </p:nvSpPr>
        <p:spPr/>
        <p:txBody>
          <a:bodyPr/>
          <a:lstStyle/>
          <a:p>
            <a:pPr>
              <a:defRPr sz="1800"/>
            </a:pPr>
            <a:r>
              <a:t>The electronic configurations of D-block elements follow the pattern [n-1]d¹⁰ns¹–¹⁰ns², with the (n-1)d orbitals filling before the ns subshell. This leads to unique properties, such as the stability of half-filled and fully filled subshells, which result in exceptions like chromium (Cr) and copper (Cu). For example, Cr has the configuration [Ar] 4s¹ 3d⁵, while Cu is [Ar] 4s¹ 3d¹⁰. These exceptions arise due to the increased stability of d-electron configurations. F-block elements, on the other hand, have configurations like [Xe] 4f¹⁰ 5s² for lanthanides and [Rn] 5f¹⁴ 6d² 7s² for actinides. The lanthanide contraction, where the atomic radius decreases across the series, affects the properties of elements in the following periods, such as the decreasing atomic radius and increasing ionization energy of the lanthanides.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**Properties and Trends** </a:t>
            </a:r>
          </a:p>
        </p:txBody>
      </p:sp>
      <p:sp>
        <p:nvSpPr>
          <p:cNvPr id="3" name="Content Placeholder 2"/>
          <p:cNvSpPr>
            <a:spLocks noGrp="1"/>
          </p:cNvSpPr>
          <p:nvPr>
            <p:ph idx="1"/>
          </p:nvPr>
        </p:nvSpPr>
        <p:spPr/>
        <p:txBody>
          <a:bodyPr/>
          <a:lstStyle/>
          <a:p>
            <a:pPr>
              <a:defRPr sz="1800"/>
            </a:pPr>
            <a:r>
              <a:t>D-block elements exhibit variable oxidation states, strong metallic bonding, and the ability to form complex compounds. Their properties are influenced by their d-orbital filling, leading to phenomena such as paramagnetism, coloration in compounds (e.g., FeCl₃ is yellow, CuCl₂ is blue), and catalytic activity. F-block elements, particularly actinides, display even greater variability in oxidation states due to the involvement of the f-orbitals, which contribute to their strong paramagnetic behavior and high melting points. The lanthanide contraction results in a decrease in atomic and ionic radii across the lanthanide series, affecting the periodic trends of atomic size, ionization energy, and electronegativity.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**Lanthanide Contraction and Its Impact** </a:t>
            </a:r>
          </a:p>
        </p:txBody>
      </p:sp>
      <p:sp>
        <p:nvSpPr>
          <p:cNvPr id="3" name="Content Placeholder 2"/>
          <p:cNvSpPr>
            <a:spLocks noGrp="1"/>
          </p:cNvSpPr>
          <p:nvPr>
            <p:ph idx="1"/>
          </p:nvPr>
        </p:nvSpPr>
        <p:spPr/>
        <p:txBody>
          <a:bodyPr/>
          <a:lstStyle/>
          <a:p>
            <a:pPr>
              <a:defRPr sz="1800"/>
            </a:pPr>
            <a:r>
              <a:t>The lanthanide contraction is a key concept in understanding the periodic trends of the periodic table. It causes a significant reduction in the atomic and ionic radii of lanthanides compared to their expected values, leading to a "missing" row in the periodic table for elements like cerium (Ce) and lutetium (Lu). This contraction alters the properties of subsequent elements, such as the decreased atomic radius of the 6d series and the increased ionization energy of the 5d elements. These effects are critical for predicting chemical behavior and designing materials in fields like nuclear energy and catalysis.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a:t>
            </a:r>
          </a:p>
        </p:txBody>
      </p:sp>
      <p:sp>
        <p:nvSpPr>
          <p:cNvPr id="3" name="Content Placeholder 2"/>
          <p:cNvSpPr>
            <a:spLocks noGrp="1"/>
          </p:cNvSpPr>
          <p:nvPr>
            <p:ph idx="1"/>
          </p:nvPr>
        </p:nvSpPr>
        <p:spPr/>
        <p:txBody>
          <a:bodyPr/>
          <a:lstStyle/>
          <a:p>
            <a:pPr>
              <a:defRPr sz="1800"/>
            </a:pPr>
            <a:r>
              <a:t>D-block and F-block elements are indispensable in the study of periodic trends, chemical reactivity, and industrial applications. Their unique electronic configurations, variable properties, and the influence of the lanthanide contraction underscore their importance in both academic and practical contexts. For JEE Main, a thorough understanding of these elements is essential to grasp key concepts such as periodic trends, oxidation states, and the behavior of transition and inner transition metals. By mastering the properties, trends, and exceptions associated with D and F blocks, students can effectively tackle complex questions and build a strong foundation for advanced chemistry studies. The interplay of these elements highlights the dynamic nature of the periodic table and their relevance in modern science and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