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 and f block elements</a:t>
            </a:r>
          </a:p>
        </p:txBody>
      </p:sp>
      <p:sp>
        <p:nvSpPr>
          <p:cNvPr id="3" name="Subtitle 2"/>
          <p:cNvSpPr>
            <a:spLocks noGrp="1"/>
          </p:cNvSpPr>
          <p:nvPr>
            <p:ph type="subTitle" idx="1"/>
          </p:nvPr>
        </p:nvSpPr>
        <p:spPr/>
        <p:txBody>
          <a:bodyPr/>
          <a:lstStyle/>
          <a:p>
            <a:r>
              <a:t>Generated by Educational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 AND F BLOCK ELEMENTS: d and f block elements</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**Comprehensive Report on D and F Block Elements**</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t>
            </a:r>
          </a:p>
        </p:txBody>
      </p:sp>
      <p:sp>
        <p:nvSpPr>
          <p:cNvPr id="3" name="Content Placeholder 2"/>
          <p:cNvSpPr>
            <a:spLocks noGrp="1"/>
          </p:cNvSpPr>
          <p:nvPr>
            <p:ph idx="1"/>
          </p:nvPr>
        </p:nvSpPr>
        <p:spPr/>
        <p:txBody>
          <a:bodyPr/>
          <a:lstStyle/>
          <a:p>
            <a:pPr>
              <a:defRPr sz="1800"/>
            </a:pPr>
            <a:r>
              <a:t>D and F block elements are critical components of the periodic table, occupying distinct regions that reflect their unique electronic configurations and chemical properties. These elements, primarily found in the d-block (transition metals) and f-block (inner transition metals), play pivotal roles in chemistry, materials science, and industrial applications. Their significance in JEE Main chemistry is underscored by their involvement in periodic trends, electronic configurations, and the formation of complex compounds. This report explores the conceptual framework, properties, and trends of d and f block elements, emphasizing their relevance in understanding chemical behavior and solving JEE Main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 of D and F Block Elements** </a:t>
            </a:r>
          </a:p>
        </p:txBody>
      </p:sp>
      <p:sp>
        <p:nvSpPr>
          <p:cNvPr id="3" name="Content Placeholder 2"/>
          <p:cNvSpPr>
            <a:spLocks noGrp="1"/>
          </p:cNvSpPr>
          <p:nvPr>
            <p:ph idx="1"/>
          </p:nvPr>
        </p:nvSpPr>
        <p:spPr/>
        <p:txBody>
          <a:bodyPr/>
          <a:lstStyle/>
          <a:p>
            <a:pPr>
              <a:defRPr sz="1800"/>
            </a:pPr>
            <a:r>
              <a:t>The d-block elements, located in groups 3–12, occupy the central region of the periodic table. These elements, including transition metals like iron (Fe), copper (Cu), and zinc (Zn), are characterized by the filling of (n-1)d orbitals. In contrast, the f-block elements, comprising the lanthanides (groups 3–14) and actinides (groups 3–12), are situated in the bottom rows of the periodic table. These elements fill the (n-2)f orbitals, with the lanthanides (elements 57–71) and actinides (elements 89–103) exhibiting distinct chemical behaviors. The d-block and f-block elements are distinguished by their orbital filling patterns, which govern their electronic structures, reactivity, and physical properties.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 Properties and Trends** </a:t>
            </a:r>
          </a:p>
        </p:txBody>
      </p:sp>
      <p:sp>
        <p:nvSpPr>
          <p:cNvPr id="3" name="Content Placeholder 2"/>
          <p:cNvSpPr>
            <a:spLocks noGrp="1"/>
          </p:cNvSpPr>
          <p:nvPr>
            <p:ph idx="1"/>
          </p:nvPr>
        </p:nvSpPr>
        <p:spPr/>
        <p:txBody>
          <a:bodyPr/>
          <a:lstStyle/>
          <a:p>
            <a:pPr>
              <a:defRPr sz="1800"/>
            </a:pPr>
            <a:r>
              <a:t>D and f block elements exhibit distinct trends in their properties, influenced by their electronic configurations. D-block elements, particularly transition metals, are known for their variable oxidation states, high melting points, and metallic character. For example, chromium (Cr) and copper (Cu) exhibit exceptional stability in their electronic configurations, such as [Ar] 4s² 3d⁴ for Cr and [Ar] 4s¹ 3d¹⁰ for Cu, due to the stabilization of half-filled or fully filled subshells. These trends are critical in understanding their reactivity and applications as catalysts, conductors, and alloying agents.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F-block elements, especially the lanthanides and actinides, display more pronoun</a:t>
            </a:r>
          </a:p>
        </p:txBody>
      </p:sp>
      <p:sp>
        <p:nvSpPr>
          <p:cNvPr id="3" name="Content Placeholder 2"/>
          <p:cNvSpPr>
            <a:spLocks noGrp="1"/>
          </p:cNvSpPr>
          <p:nvPr>
            <p:ph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**Electronic Configurations and Exceptions** </a:t>
            </a:r>
          </a:p>
        </p:txBody>
      </p:sp>
      <p:sp>
        <p:nvSpPr>
          <p:cNvPr id="3" name="Content Placeholder 2"/>
          <p:cNvSpPr>
            <a:spLocks noGrp="1"/>
          </p:cNvSpPr>
          <p:nvPr>
            <p:ph idx="1"/>
          </p:nvPr>
        </p:nvSpPr>
        <p:spPr/>
        <p:txBody>
          <a:bodyPr/>
          <a:lstStyle/>
          <a:p>
            <a:pPr>
              <a:defRPr sz="1800"/>
            </a:pPr>
            <a:r>
              <a:t>The electronic configurations of d and f block elements are governed by the Aufbau principle and the filling of orbitals. D-block elements typically follow the pattern [n-1]d¹⁰ ns² for the noble gases, with exceptions such as Cr ([Ar] 4s¹ 3d⁵) and Cu ([Ar] 4s¹ 3d¹⁰) due to the stability of half-filled d-orbitals. Similarly, f-block elements have configurations like [Xe] 4f¹⁴ 5d⁰ 6s² for lanthanides and [Rn] 5f¹⁴ 6d⁰ 7s² for actinides. The lanthanide contraction explains the decreasing atomic radius and increasing ionization energy across the lanthanide series, which affects the properties of elements in the following periods.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**Periodic Trends and Applications** </a:t>
            </a:r>
          </a:p>
        </p:txBody>
      </p:sp>
      <p:sp>
        <p:nvSpPr>
          <p:cNvPr id="3" name="Content Placeholder 2"/>
          <p:cNvSpPr>
            <a:spLocks noGrp="1"/>
          </p:cNvSpPr>
          <p:nvPr>
            <p:ph idx="1"/>
          </p:nvPr>
        </p:nvSpPr>
        <p:spPr/>
        <p:txBody>
          <a:bodyPr/>
          <a:lstStyle/>
          <a:p>
            <a:pPr>
              <a:defRPr sz="1800"/>
            </a:pPr>
            <a:r>
              <a:t>D-block elements exhibit periodic trends in properties such as atomic radius, ionization energy, and electronegativity. As one moves across the d-block, atomic radius decreases, and ionization energy increases, leading to higher reactivity and the formation of complex compounds. These elements are vital in industries for producing catalysts, alloys, and high-strength materials. For instance, transition metals like Fe and Ni are used in corrosion resistance, while Cu and Ag are employed in electrical wiring and alloys.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F-block elements, particularly the actinides, are critical in nuclear energy and</a:t>
            </a:r>
          </a:p>
        </p:txBody>
      </p:sp>
      <p:sp>
        <p:nvSpPr>
          <p:cNvPr id="3" name="Content Placeholder 2"/>
          <p:cNvSpPr>
            <a:spLocks noGrp="1"/>
          </p:cNvSpPr>
          <p:nvPr>
            <p:ph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