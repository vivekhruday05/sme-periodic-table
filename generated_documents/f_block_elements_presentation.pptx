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b="1" sz="5400">
                <a:solidFill>
                  <a:srgbClr val="003366"/>
                </a:solidFill>
              </a:defRPr>
            </a:pPr>
            <a:r>
              <a:t>f-block elements</a:t>
            </a:r>
          </a:p>
        </p:txBody>
      </p:sp>
      <p:sp>
        <p:nvSpPr>
          <p:cNvPr id="3" name="Subtitle 2"/>
          <p:cNvSpPr>
            <a:spLocks noGrp="1"/>
          </p:cNvSpPr>
          <p:nvPr>
            <p:ph type="subTitle" idx="1"/>
          </p:nvPr>
        </p:nvSpPr>
        <p:spPr/>
        <p:txBody>
          <a:bodyPr/>
          <a:lstStyle/>
          <a:p>
            <a:pPr>
              <a:defRPr sz="2400">
                <a:solidFill>
                  <a:srgbClr val="0066CC"/>
                </a:solidFill>
              </a:defRPr>
            </a:pPr>
            <a:r>
              <a:t>Generated by the AI Chemistry 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Report on f-Block Elements</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f-block elements | Chemistry SME Agent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Introduction</a:t>
            </a:r>
          </a:p>
        </p:txBody>
      </p:sp>
      <p:sp>
        <p:nvSpPr>
          <p:cNvPr id="3" name="Content Placeholder 2"/>
          <p:cNvSpPr>
            <a:spLocks noGrp="1"/>
          </p:cNvSpPr>
          <p:nvPr>
            <p:ph idx="1"/>
          </p:nvPr>
        </p:nvSpPr>
        <p:spPr/>
        <p:txBody>
          <a:bodyPr wrap="square"/>
          <a:lstStyle/>
          <a:p/>
          <a:p>
            <a:pPr>
              <a:defRPr sz="2200">
                <a:solidFill>
                  <a:srgbClr val="323232"/>
                </a:solidFill>
              </a:defRPr>
            </a:pPr>
            <a:r>
              <a:t>The periodic table organizes elements based on their atomic structure and chemical properties, with distinct blocks representing the filling of specific electron orbitals. Among these, the d-block and f-block elements constitute significant portions, often referred to as transition metals and inner transition metals, respectively. While d-block elements like iron, copper, silver, and gold have been pivotal in human civilization, the f-block elements, including thorium, protactinium, and uranium, are increasingly recognized for their critical role as sources of nuclear energy in modern times. This report will detail the characteristics, positioning, nomenclature, and significance of f-block elements, drawing exclusively from the provided knowledge base.</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f-block elements | Chemistry SME Agent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Position and Definition of f-Block Elements</a:t>
            </a:r>
          </a:p>
        </p:txBody>
      </p:sp>
      <p:sp>
        <p:nvSpPr>
          <p:cNvPr id="3" name="Content Placeholder 2"/>
          <p:cNvSpPr>
            <a:spLocks noGrp="1"/>
          </p:cNvSpPr>
          <p:nvPr>
            <p:ph idx="1"/>
          </p:nvPr>
        </p:nvSpPr>
        <p:spPr/>
        <p:txBody>
          <a:bodyPr wrap="square"/>
          <a:lstStyle/>
          <a:p/>
          <a:p>
            <a:pPr>
              <a:defRPr sz="2200">
                <a:solidFill>
                  <a:srgbClr val="323232"/>
                </a:solidFill>
              </a:defRPr>
            </a:pPr>
            <a:r>
              <a:t>The f-block elements are uniquely positioned within the periodic table, typically presented in a separate panel at the bottom. This distinct placement reflects their electronic configuration, characterized by the progressive filling of 4f and 5f orbitals. These elements are broadly categorized into two series: the 4f series, known as Lanthanoids, encompassing elements from Cerium (Ce) to Lutetium (Lu), and the 5f series, termed Actinoids, which includes elements from Thorium (Th) to Lawrencium (Lr). The d-block elements, by contrast, are found within the main body of the periodic table, comprising elements where d orbitals are progressively filled across four long periods. Both d- and f-block elements are distinguished from non-transition elements by the presence of partly filled d or f orbitals in their atoms, leading to their separate and specialized study in chemistry.</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f-block elements | Chemistry SME Agent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Nomenclature and Distinguishing Features</a:t>
            </a:r>
          </a:p>
        </p:txBody>
      </p:sp>
      <p:sp>
        <p:nvSpPr>
          <p:cNvPr id="3" name="Content Placeholder 2"/>
          <p:cNvSpPr>
            <a:spLocks noGrp="1"/>
          </p:cNvSpPr>
          <p:nvPr>
            <p:ph idx="1"/>
          </p:nvPr>
        </p:nvSpPr>
        <p:spPr/>
        <p:txBody>
          <a:bodyPr wrap="square"/>
          <a:lstStyle/>
          <a:p/>
          <a:p>
            <a:pPr>
              <a:defRPr sz="2200">
                <a:solidFill>
                  <a:srgbClr val="323232"/>
                </a:solidFill>
              </a:defRPr>
            </a:pPr>
            <a:r>
              <a:t>The terms "transition metals" and "inner transition metals" are commonly used to refer to elements of the d- and f-blocks, respectively. Historically, the name "transition metals" emerged from the observation that their chemical properties were transitional between those of s- and p-block elements. The International Union of Pure and Applied Chemistry (IUPAC) now defines transition metals as metals possessing an incomplete d subshell either in their neutral atomic state or in their ions. Notably, elements like zinc, cadmium, and mercury from Group 12, despite being end members of the 3d, 4d, and 5d transition series, are not classified as transition metals under this definition because they exhibit a full d¹⁰ configuration in their ground state and common oxidation states. Nevertheless, their chemistry is often studied alongside that of the transition metals due to their proximity in the periodic table. For f-block elements, the presence of these partly filled f orbitals similarly imparts distinct characteristics that necessitate their dedicated study, although the usual theory of valence applicable to non-transition elements can also be successfully applied to them.</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f-block elements | Chemistry SME Agent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Significance and Scope of Study</a:t>
            </a:r>
          </a:p>
        </p:txBody>
      </p:sp>
      <p:sp>
        <p:nvSpPr>
          <p:cNvPr id="3" name="Content Placeholder 2"/>
          <p:cNvSpPr>
            <a:spLocks noGrp="1"/>
          </p:cNvSpPr>
          <p:nvPr>
            <p:ph idx="1"/>
          </p:nvPr>
        </p:nvSpPr>
        <p:spPr/>
        <p:txBody>
          <a:bodyPr wrap="square"/>
          <a:lstStyle/>
          <a:p/>
          <a:p>
            <a:pPr>
              <a:defRPr sz="2200">
                <a:solidFill>
                  <a:srgbClr val="323232"/>
                </a:solidFill>
              </a:defRPr>
            </a:pPr>
            <a:r>
              <a:t>The f-block elements hold significant importance, particularly in contemporary applications. As highlighted in the knowledge base, inner transition elements such as thorium (Th), protactinium (Pa), and uranium (U) are recognized as excellent sources of nuclear energy, underpinning modern power generation and technological advancements. The comprehensive study of f-block elements involves several key areas. These include understanding their electronic configurations, specifically how the 4f and 5f orbitals are progressively filled, which is fundamental to their chemical behavior. Further objectives in the study of f-block elements encompass appreciating the relative stability of their various oxidation states based on electrode potential values, describing the preparation, properties, structures, and uses of their compounds, and understanding general horizontal and group trends. A comparative account of the lanthanoids and actinoids, focusing on their electronic configurations, oxidation states, and overall chemical behavior, is also a crucial aspect of their study.</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f-block elements | Chemistry SME Agent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Conclusion</a:t>
            </a:r>
          </a:p>
        </p:txBody>
      </p:sp>
      <p:sp>
        <p:nvSpPr>
          <p:cNvPr id="3" name="Content Placeholder 2"/>
          <p:cNvSpPr>
            <a:spLocks noGrp="1"/>
          </p:cNvSpPr>
          <p:nvPr>
            <p:ph idx="1"/>
          </p:nvPr>
        </p:nvSpPr>
        <p:spPr/>
        <p:txBody>
          <a:bodyPr wrap="square"/>
          <a:lstStyle/>
          <a:p/>
          <a:p>
            <a:pPr>
              <a:defRPr sz="2200">
                <a:solidFill>
                  <a:srgbClr val="323232"/>
                </a:solidFill>
              </a:defRPr>
            </a:pPr>
            <a:r>
              <a:t>In summary, f-block elements, or inner transition metals, are defined by the progressive filling of their 4f and 5f orbitals and are uniquely situated in a separate panel at the bottom of the periodic table. Comprising the Lanthanoid and Actinoid series, these elements are distinguished by their partially filled f-orbitals, which dictate their unique chemical properties and necessitate their separate study from other elements. Their significance is particularly pronounced in modern society, with elements like thorium, protactinium, and uranium serving as vital sources for nuclear energy. The study of f-block elements is comprehensive, aiming to elucidate their electronic configurations, oxidation states, chemical behavior, and practical applications, thereby contributing to a deeper understanding of matter and its uses.</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f-block elements | Chemistry SME Agent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