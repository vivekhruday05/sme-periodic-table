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sz="5400">
                <a:solidFill>
                  <a:srgbClr val="003366"/>
                </a:solidFill>
              </a:defRPr>
            </a:pPr>
            <a:r>
              <a:t>radioactive elements</a:t>
            </a:r>
          </a:p>
        </p:txBody>
      </p:sp>
      <p:sp>
        <p:nvSpPr>
          <p:cNvPr id="3" name="Subtitle 2"/>
          <p:cNvSpPr>
            <a:spLocks noGrp="1"/>
          </p:cNvSpPr>
          <p:nvPr>
            <p:ph type="subTitle" idx="1"/>
          </p:nvPr>
        </p:nvSpPr>
        <p:spPr/>
        <p:txBody>
          <a:bodyPr/>
          <a:lstStyle/>
          <a:p>
            <a:pPr>
              <a:defRPr sz="2400">
                <a:solidFill>
                  <a:srgbClr val="0066CC"/>
                </a:solidFill>
              </a:defRPr>
            </a:pPr>
            <a:r>
              <a:t>Generated by the AI Chemistry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An Overview of Radioactive Elements: Focusing on the f-Block and Their Applic...</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Introduction</a:t>
            </a:r>
          </a:p>
        </p:txBody>
      </p:sp>
      <p:sp>
        <p:nvSpPr>
          <p:cNvPr id="3" name="Content Placeholder 2"/>
          <p:cNvSpPr>
            <a:spLocks noGrp="1"/>
          </p:cNvSpPr>
          <p:nvPr>
            <p:ph idx="1"/>
          </p:nvPr>
        </p:nvSpPr>
        <p:spPr/>
        <p:txBody>
          <a:bodyPr wrap="square"/>
          <a:lstStyle/>
          <a:p/>
          <a:p>
            <a:pPr>
              <a:defRPr sz="2200">
                <a:solidFill>
                  <a:srgbClr val="323232"/>
                </a:solidFill>
              </a:defRPr>
            </a:pPr>
            <a:r>
              <a:t>Elements exhibiting radioactivity are fundamental to various scientific and industrial applications, yet their unique properties often present significant challenges for study and manipulation. This report delves into the characteristics of radioactive elements, with a particular focus on the f-block elements, known as the inner-transition series. These include the lanthanoids and, more prominently, the actinoids, which are inherently radioactive. The report will explore their classification, electronic configurations, atomic and ionic size trends, and practical applications, drawing exclusively from the provided knowledge base.</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Classification and General Properties of f-Block Elements</a:t>
            </a:r>
          </a:p>
        </p:txBody>
      </p:sp>
      <p:sp>
        <p:nvSpPr>
          <p:cNvPr id="3" name="Content Placeholder 2"/>
          <p:cNvSpPr>
            <a:spLocks noGrp="1"/>
          </p:cNvSpPr>
          <p:nvPr>
            <p:ph idx="1"/>
          </p:nvPr>
        </p:nvSpPr>
        <p:spPr/>
        <p:txBody>
          <a:bodyPr wrap="square"/>
          <a:lstStyle/>
          <a:p/>
          <a:p>
            <a:pPr>
              <a:defRPr sz="2200">
                <a:solidFill>
                  <a:srgbClr val="323232"/>
                </a:solidFill>
              </a:defRPr>
            </a:pPr>
            <a:r>
              <a:t>The f-block elements comprise two distinct rows at the bottom of the periodic table: the lanthanoids, ranging from Cerium (Z=58) to Lutetium (Z=71), and the actinoids, extending from Thorium (Z=90) to Lawrencium (Z=103). These elements are collectively termed inner-transition elements, characterized by the progressive filling of their f-orbitals, specifically with an outer electronic configuration described as (n-2)f¹⁻¹⁴ (n-1)d⁰⁻¹ns². All f-block elements are metallic, and within each series, they exhibit remarkably similar chemical and physical properties. In broader periodic table context, s-block elements are active metals whose compounds are predominantly ionic (except for Lithium and Beryllium), while p-block elements (Groups 13-18) are representative elements with valence shell configurations ranging from ns²np¹ to ns²np⁶, culminating in stable noble gases. However, the f-block elements stand out due to their unique electronic structures and, for the actinoids, their inherent radioactivity.</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The Actinoids: Intrinsic Radioactivity and Experimental Challenges</a:t>
            </a:r>
          </a:p>
        </p:txBody>
      </p:sp>
      <p:sp>
        <p:nvSpPr>
          <p:cNvPr id="3" name="Content Placeholder 2"/>
          <p:cNvSpPr>
            <a:spLocks noGrp="1"/>
          </p:cNvSpPr>
          <p:nvPr>
            <p:ph idx="1"/>
          </p:nvPr>
        </p:nvSpPr>
        <p:spPr/>
        <p:txBody>
          <a:bodyPr wrap="square"/>
          <a:lstStyle/>
          <a:p/>
          <a:p>
            <a:pPr>
              <a:defRPr sz="2200">
                <a:solidFill>
                  <a:srgbClr val="323232"/>
                </a:solidFill>
              </a:defRPr>
            </a:pPr>
            <a:r>
              <a:t>The actinoids are a crucial group of radioactive elements, encompassing fourteen elements from Thorium (Th) to Lawrencium (Lr). A defining characteristic of all actinoids is their radioactivity. The earlier members of the series possess relatively long half-lives, which facilitate their study to some extent. In contrast, the latter actinoids exhibit significantly shorter half-lives, ranging from approximately a day down to mere minutes, as exemplified by Lawrencium (Z=103) with a half-life of only three minutes. This extreme instability dictates that the heavier actinoids can only be prepared in nanogram quantities, rendering their comprehensive study exceptionally challenging. Furthermore, these elements are never found in their pure elemental form in nature, existing only as compounds.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Electronic Configurations and Bonding in Actinoids</a:t>
            </a:r>
          </a:p>
        </p:txBody>
      </p:sp>
      <p:sp>
        <p:nvSpPr>
          <p:cNvPr id="3" name="Content Placeholder 2"/>
          <p:cNvSpPr>
            <a:spLocks noGrp="1"/>
          </p:cNvSpPr>
          <p:nvPr>
            <p:ph idx="1"/>
          </p:nvPr>
        </p:nvSpPr>
        <p:spPr/>
        <p:txBody>
          <a:bodyPr wrap="square"/>
          <a:lstStyle/>
          <a:p/>
          <a:p>
            <a:pPr>
              <a:defRPr sz="2200">
                <a:solidFill>
                  <a:srgbClr val="323232"/>
                </a:solidFill>
              </a:defRPr>
            </a:pPr>
            <a:r>
              <a:t>The electronic configurations of actinoids are complex, generally believed to feature a 7s² configuration with variable occupancy of the 5f and 6d subshells. While Thorium (Z=90) does not formally add electrons to the 5f orbitals, from Protactinium (Pa) onwards, the fourteen electrons are progressively added to the 5f orbitals, completing at element 103. Similar to the lanthanoids, irregularities in actinoid electronic configurations arise from the enhanced stability associated with empty (f⁰), half-filled (f⁷), and completely filled (f¹⁴) 5f orbitals. Notable examples include Americium (Am) with [Rn]5f⁷7s² and Curium (Cm) with [Rn]5f⁷6d¹7s². A significant distinction between actinoids and lanthanoids lies in the nature of their f-orbitals; the 5f orbitals of actinoids are not as deeply buried as the 4f orbitals of lanthanoids. Consequently, the 5f electrons participate in chemical bonding to a considerably greater extent, contributing to a more varied and complex chemistry for the actinoids.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Ionic Sizes and the Actinoid Contraction</a:t>
            </a:r>
          </a:p>
        </p:txBody>
      </p:sp>
      <p:sp>
        <p:nvSpPr>
          <p:cNvPr id="3" name="Content Placeholder 2"/>
          <p:cNvSpPr>
            <a:spLocks noGrp="1"/>
          </p:cNvSpPr>
          <p:nvPr>
            <p:ph idx="1"/>
          </p:nvPr>
        </p:nvSpPr>
        <p:spPr/>
        <p:txBody>
          <a:bodyPr wrap="square"/>
          <a:lstStyle/>
          <a:p/>
          <a:p>
            <a:pPr>
              <a:defRPr sz="2200">
                <a:solidFill>
                  <a:srgbClr val="323232"/>
                </a:solidFill>
              </a:defRPr>
            </a:pPr>
            <a:r>
              <a:t>A general trend observed across both the lanthanoid and actinoid series is a gradual decrease in the size of atoms or their M³⁺ ions as one progresses through the series. This phenomenon, termed "actinoid contraction" in the f-block, mirrors the lanthanoid contraction. However, the actinoid contraction is notably more pronounced, with a greater reduction in size from one element to the next within the actinoid series compared to the lanthanoid series. This contraction significantly influences the chemical properties and coordination chemistry of these elements.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Applications of Lanthanoids and Their Alloys</a:t>
            </a:r>
          </a:p>
        </p:txBody>
      </p:sp>
      <p:sp>
        <p:nvSpPr>
          <p:cNvPr id="3" name="Content Placeholder 2"/>
          <p:cNvSpPr>
            <a:spLocks noGrp="1"/>
          </p:cNvSpPr>
          <p:nvPr>
            <p:ph idx="1"/>
          </p:nvPr>
        </p:nvSpPr>
        <p:spPr/>
        <p:txBody>
          <a:bodyPr wrap="square"/>
          <a:lstStyle/>
          <a:p/>
          <a:p>
            <a:pPr>
              <a:defRPr sz="2200">
                <a:solidFill>
                  <a:srgbClr val="323232"/>
                </a:solidFill>
              </a:defRPr>
            </a:pPr>
            <a:r>
              <a:t>While the inherent radioactivity of actinoids limits their widespread practical applications, lanthanoids find diverse uses. A well-known alloy involving lanthanoids is mischmetall, which typically consists of approximately 95% lanthanoid metal, 5% iron, and trace amounts of sulfur, carbon, calcium, and aluminum. Mischmetall is extensively utilized in magnesium-based alloys for the production of bullets, shell casings, and lighter flints, owing to its pyrophoric properties. Beyond metallic alloys, compounds of lanthanoids also serve important industrial roles. Mixed oxides of lanthanoids are employed as catalysts in petroleum cracking, a crucial process in the refining industry. Furthermore, individual lanthanoid oxides are valued as phosphors, integral components in television screens and other fluorescing surfaces, where they emit light when excited by radiation.</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Conclusion</a:t>
            </a:r>
          </a:p>
        </p:txBody>
      </p:sp>
      <p:sp>
        <p:nvSpPr>
          <p:cNvPr id="3" name="Content Placeholder 2"/>
          <p:cNvSpPr>
            <a:spLocks noGrp="1"/>
          </p:cNvSpPr>
          <p:nvPr>
            <p:ph idx="1"/>
          </p:nvPr>
        </p:nvSpPr>
        <p:spPr/>
        <p:txBody>
          <a:bodyPr wrap="square"/>
          <a:lstStyle/>
          <a:p/>
          <a:p>
            <a:pPr>
              <a:defRPr sz="2200">
                <a:solidFill>
                  <a:srgbClr val="323232"/>
                </a:solidFill>
              </a:defRPr>
            </a:pPr>
            <a:r>
              <a:t>The f-block elements, comprising the lanthanoids and actinoids, represent a unique and complex group within the periodic table. While all f-block elements are metals with similar properties and distinct electronic configurations, the actinoids are uniquely characterized by their inherent radioactivity, with half-lives ranging from extended periods for lighter members to mere minutes for the heaviest, posing considerable challenges for their study. Their electronic structure, featuring less buried 5f orbitals, allows for greater participation in bonding, and they exhibit a significant actinoid contraction. In contrast, the lanthanoids, though not inherently radioactive in the same manner, contribute to valuable alloys like mischmetall and their oxides serve as essential catalysts and phosphors. The insights gained from studying these elements, despite the difficulties, continue to expand our understanding of matter and open avenues for specialized technological advancements.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radioactive elements | Chemistry SME 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