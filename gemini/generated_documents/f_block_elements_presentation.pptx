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f-block elements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Educational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F-BLOCK ELEMENTS: f-block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The F-Block Elements: Inner Transition Metals and Their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periodic table is systematically organized into blocks based on the type of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f-block elements are defined by the sequential filling of either the 4f or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defining characteristic of the f-block elements is their electronic configurat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their fundamental chemical characteristics, f-block elements hold signifi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conclusion, the f-block elements, or inner transition metals, constitute a 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