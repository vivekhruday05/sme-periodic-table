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periodic table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Educational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PERIODIC TABLE BASICS: periodic table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Academic Report on Periodic Table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periodic table stands as a cornerstone of chemistry, systematically organizi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Evolution and Fundamental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conceptualization of the periodic law led to the creation of the periodic 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Classification of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Based on their electronic configurations, elements within the periodic table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### Periodic Trends Across a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