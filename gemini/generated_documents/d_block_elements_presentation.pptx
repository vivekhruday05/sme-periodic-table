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d-block elements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Educational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D-BLOCK ELEMENTS: d-block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========================================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**Academic Report: D-Block Elements**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**Introduction**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d-block elements, often referred to as transition metals, constitute a signi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**Position and Electronic Configuration**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D-block elements are found in groups 3 through 12, occupying the middle section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**General Properties and Trends**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D-block elements display a range of unique chemical and physical properties prim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**Key Uses and Significance**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